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 Layout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explains a simple HTML &amp; CSS Flexbox layout used to arrange boxes in a responsive manner.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basic usage of CSS Flexbox.</a:t>
            </a:r>
          </a:p>
          <a:p/>
          <a:p>
            <a:r>
              <a:t>- Uses display: flex</a:t>
            </a:r>
          </a:p>
          <a:p>
            <a:r>
              <a:t>- Aligns items in a row</a:t>
            </a:r>
          </a:p>
          <a:p>
            <a:r>
              <a:t>- Supports wrapping</a:t>
            </a:r>
          </a:p>
          <a:p>
            <a:r>
              <a:t>- Clean and beginner-friendly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HTML5</a:t>
            </a:r>
          </a:p>
          <a:p>
            <a:r>
              <a:t>- Internal CSS</a:t>
            </a:r>
          </a:p>
          <a:p>
            <a:r>
              <a:t>- CSS Flexbox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 Container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display: flex → Enables flexbox</a:t>
            </a:r>
          </a:p>
          <a:p>
            <a:r>
              <a:t>flex-direction: row → Items arranged horizontally</a:t>
            </a:r>
          </a:p>
          <a:p>
            <a:r>
              <a:t>flex-wrap: wrap → Items move to next line if needed</a:t>
            </a:r>
          </a:p>
          <a:p>
            <a:r>
              <a:t>gap: 50px → Space between items</a:t>
            </a:r>
          </a:p>
          <a:p>
            <a:r>
              <a:t>align-items: flex-start → Align items at 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 Items (Boxes)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box has:</a:t>
            </a:r>
          </a:p>
          <a:p>
            <a:r>
              <a:t>- Fixed width</a:t>
            </a:r>
          </a:p>
          <a:p>
            <a:r>
              <a:t>- Padding for spacing</a:t>
            </a:r>
          </a:p>
          <a:p>
            <a:r>
              <a:t>- Background color</a:t>
            </a:r>
          </a:p>
          <a:p>
            <a:r>
              <a:t>- Centered text</a:t>
            </a:r>
          </a:p>
          <a:p/>
          <a:p>
            <a:r>
              <a:t>These boxes automatically adjust based on screen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webpage displays three boxes arranged using Flexbox.</a:t>
            </a:r>
          </a:p>
          <a:p>
            <a:r>
              <a:t>When the screen size reduces, boxes wrap to the next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example helps beginners understand Flexbox concepts.</a:t>
            </a:r>
          </a:p>
          <a:p>
            <a:r>
              <a:t>It is useful for building responsive layouts easily.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WPS Presentation</Application>
  <PresentationFormat>On-screen Show (4:3)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Orange Waves</vt:lpstr>
      <vt:lpstr>Flexbox Layout Example</vt:lpstr>
      <vt:lpstr>Project Overview</vt:lpstr>
      <vt:lpstr>Technologies Used</vt:lpstr>
      <vt:lpstr>Flex Container Properties</vt:lpstr>
      <vt:lpstr>Flex Items (Boxes)</vt:lpstr>
      <vt:lpstr>Output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`balaharini</cp:lastModifiedBy>
  <cp:revision>2</cp:revision>
  <dcterms:created xsi:type="dcterms:W3CDTF">2013-01-27T09:14:00Z</dcterms:created>
  <dcterms:modified xsi:type="dcterms:W3CDTF">2026-02-16T05:31:57Z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B22563FDDB7F434CB5633D24AAEAA03B_13</vt:lpwstr>
  </property>
  <property fmtid="{D5CDD505-2E9C-101B-9397-08002B2CF9AE}" pid="3" name="KSOProductBuildVer">
    <vt:lpwstr>2057-12.2.0.23197</vt:lpwstr>
  </property>
</Properties>
</file>